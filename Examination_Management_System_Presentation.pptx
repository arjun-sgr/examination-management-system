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058A94-FB6E-4CB2-9247-FA15880C3F49}" v="7" dt="2026-10-26T12:04:53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Sagar" userId="bc2c2839b8bc24b4" providerId="LiveId" clId="{668E3597-92F4-4D6F-8119-6ADD89B9F45D}"/>
    <pc:docChg chg="undo custSel addSld modSld">
      <pc:chgData name="Arjun Sagar" userId="bc2c2839b8bc24b4" providerId="LiveId" clId="{668E3597-92F4-4D6F-8119-6ADD89B9F45D}" dt="2026-10-26T12:07:09.912" v="158" actId="1076"/>
      <pc:docMkLst>
        <pc:docMk/>
      </pc:docMkLst>
      <pc:sldChg chg="addSp delSp modSp mod">
        <pc:chgData name="Arjun Sagar" userId="bc2c2839b8bc24b4" providerId="LiveId" clId="{668E3597-92F4-4D6F-8119-6ADD89B9F45D}" dt="2026-10-26T12:06:32.818" v="156" actId="1076"/>
        <pc:sldMkLst>
          <pc:docMk/>
          <pc:sldMk cId="0" sldId="256"/>
        </pc:sldMkLst>
        <pc:spChg chg="mod">
          <ac:chgData name="Arjun Sagar" userId="bc2c2839b8bc24b4" providerId="LiveId" clId="{668E3597-92F4-4D6F-8119-6ADD89B9F45D}" dt="2026-10-26T11:55:44.949" v="1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jun Sagar" userId="bc2c2839b8bc24b4" providerId="LiveId" clId="{668E3597-92F4-4D6F-8119-6ADD89B9F45D}" dt="2026-10-26T12:06:32.818" v="156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rjun Sagar" userId="bc2c2839b8bc24b4" providerId="LiveId" clId="{668E3597-92F4-4D6F-8119-6ADD89B9F45D}" dt="2026-10-26T12:00:17.604" v="7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jun Sagar" userId="bc2c2839b8bc24b4" providerId="LiveId" clId="{668E3597-92F4-4D6F-8119-6ADD89B9F45D}" dt="2026-10-26T12:06:12.186" v="152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Arjun Sagar" userId="bc2c2839b8bc24b4" providerId="LiveId" clId="{668E3597-92F4-4D6F-8119-6ADD89B9F45D}" dt="2026-10-26T12:00:22.365" v="71" actId="478"/>
          <ac:spMkLst>
            <pc:docMk/>
            <pc:sldMk cId="0" sldId="256"/>
            <ac:spMk id="9" creationId="{00000000-0000-0000-0000-000000000000}"/>
          </ac:spMkLst>
        </pc:spChg>
        <pc:graphicFrameChg chg="add del mod modGraphic">
          <ac:chgData name="Arjun Sagar" userId="bc2c2839b8bc24b4" providerId="LiveId" clId="{668E3597-92F4-4D6F-8119-6ADD89B9F45D}" dt="2026-10-26T12:00:06.130" v="50" actId="478"/>
          <ac:graphicFrameMkLst>
            <pc:docMk/>
            <pc:sldMk cId="0" sldId="256"/>
            <ac:graphicFrameMk id="12" creationId="{4463DFFB-23AD-CD46-88E5-6EEBF6C6CEA6}"/>
          </ac:graphicFrameMkLst>
        </pc:graphicFrameChg>
        <pc:picChg chg="add mod">
          <ac:chgData name="Arjun Sagar" userId="bc2c2839b8bc24b4" providerId="LiveId" clId="{668E3597-92F4-4D6F-8119-6ADD89B9F45D}" dt="2026-10-26T11:59:29.666" v="42" actId="1076"/>
          <ac:picMkLst>
            <pc:docMk/>
            <pc:sldMk cId="0" sldId="256"/>
            <ac:picMk id="11" creationId="{AA996CAB-2CC4-405A-E1A4-B643A054952A}"/>
          </ac:picMkLst>
        </pc:picChg>
        <pc:picChg chg="add mod">
          <ac:chgData name="Arjun Sagar" userId="bc2c2839b8bc24b4" providerId="LiveId" clId="{668E3597-92F4-4D6F-8119-6ADD89B9F45D}" dt="2026-10-26T11:59:21.698" v="40" actId="1076"/>
          <ac:picMkLst>
            <pc:docMk/>
            <pc:sldMk cId="0" sldId="256"/>
            <ac:picMk id="13" creationId="{EC5D786D-ED5A-CD2A-7EA6-3DD0C16BE7FD}"/>
          </ac:picMkLst>
        </pc:picChg>
      </pc:sldChg>
      <pc:sldChg chg="delSp modSp mod">
        <pc:chgData name="Arjun Sagar" userId="bc2c2839b8bc24b4" providerId="LiveId" clId="{668E3597-92F4-4D6F-8119-6ADD89B9F45D}" dt="2026-10-26T12:05:49.112" v="137"/>
        <pc:sldMkLst>
          <pc:docMk/>
          <pc:sldMk cId="0" sldId="268"/>
        </pc:sldMkLst>
        <pc:spChg chg="del mod">
          <ac:chgData name="Arjun Sagar" userId="bc2c2839b8bc24b4" providerId="LiveId" clId="{668E3597-92F4-4D6F-8119-6ADD89B9F45D}" dt="2026-10-26T12:05:49.112" v="137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Arjun Sagar" userId="bc2c2839b8bc24b4" providerId="LiveId" clId="{668E3597-92F4-4D6F-8119-6ADD89B9F45D}" dt="2026-10-26T12:05:49.111" v="135" actId="47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Arjun Sagar" userId="bc2c2839b8bc24b4" providerId="LiveId" clId="{668E3597-92F4-4D6F-8119-6ADD89B9F45D}" dt="2026-10-26T12:02:49.065" v="95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Arjun Sagar" userId="bc2c2839b8bc24b4" providerId="LiveId" clId="{668E3597-92F4-4D6F-8119-6ADD89B9F45D}" dt="2026-10-26T11:51:48.522" v="8" actId="1076"/>
          <ac:spMkLst>
            <pc:docMk/>
            <pc:sldMk cId="0" sldId="268"/>
            <ac:spMk id="9" creationId="{00000000-0000-0000-0000-000000000000}"/>
          </ac:spMkLst>
        </pc:spChg>
      </pc:sldChg>
      <pc:sldChg chg="addSp modSp new mod">
        <pc:chgData name="Arjun Sagar" userId="bc2c2839b8bc24b4" providerId="LiveId" clId="{668E3597-92F4-4D6F-8119-6ADD89B9F45D}" dt="2026-10-26T12:07:09.912" v="158" actId="1076"/>
        <pc:sldMkLst>
          <pc:docMk/>
          <pc:sldMk cId="576772991" sldId="269"/>
        </pc:sldMkLst>
        <pc:spChg chg="add mod">
          <ac:chgData name="Arjun Sagar" userId="bc2c2839b8bc24b4" providerId="LiveId" clId="{668E3597-92F4-4D6F-8119-6ADD89B9F45D}" dt="2026-10-26T12:07:09.912" v="158" actId="1076"/>
          <ac:spMkLst>
            <pc:docMk/>
            <pc:sldMk cId="576772991" sldId="269"/>
            <ac:spMk id="3" creationId="{EE8FA2D0-CA58-EFDA-FABE-A646379ED632}"/>
          </ac:spMkLst>
        </pc:spChg>
        <pc:spChg chg="add mod">
          <ac:chgData name="Arjun Sagar" userId="bc2c2839b8bc24b4" providerId="LiveId" clId="{668E3597-92F4-4D6F-8119-6ADD89B9F45D}" dt="2026-10-26T12:03:46.336" v="100" actId="1076"/>
          <ac:spMkLst>
            <pc:docMk/>
            <pc:sldMk cId="576772991" sldId="269"/>
            <ac:spMk id="5" creationId="{84C9D4EC-BA28-A750-91CB-D0C5880820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2697479"/>
            <a:ext cx="1097280" cy="1097280"/>
          </a:xfrm>
          <a:prstGeom prst="ellipse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10789920" y="1645920"/>
            <a:ext cx="594360" cy="594360"/>
          </a:xfrm>
          <a:prstGeom prst="ellipse">
            <a:avLst/>
          </a:prstGeom>
          <a:solidFill>
            <a:srgbClr val="33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011680"/>
            <a:ext cx="384048" cy="384048"/>
          </a:xfrm>
          <a:prstGeom prst="ellipse">
            <a:avLst/>
          </a:prstGeom>
          <a:solidFill>
            <a:srgbClr val="82B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76869" y="86080"/>
            <a:ext cx="4214192" cy="85715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dirty="0">
                <a:solidFill>
                  <a:schemeClr val="bg2"/>
                </a:solidFill>
              </a:rPr>
              <a:t>A D PATEL INSTITUTE OF TECHNOLOGY</a:t>
            </a:r>
            <a:endParaRPr lang="en-IN" dirty="0">
              <a:solidFill>
                <a:schemeClr val="bg2"/>
              </a:solidFill>
            </a:endParaRPr>
          </a:p>
          <a:p>
            <a:pPr algn="ctr">
              <a:spcAft>
                <a:spcPts val="1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(The Charutar Vidya Mandal University)</a:t>
            </a:r>
            <a:endParaRPr lang="en-IN" sz="1400" dirty="0">
              <a:solidFill>
                <a:schemeClr val="bg2"/>
              </a:solidFill>
            </a:endParaRPr>
          </a:p>
          <a:p>
            <a:pPr algn="ctr">
              <a:spcAft>
                <a:spcPts val="3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GSIRE - An ISO 9001:2015 Certified Institute</a:t>
            </a:r>
            <a:endParaRPr lang="en-IN" sz="140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960120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EXAMINATION</a:t>
            </a:r>
          </a:p>
          <a:p>
            <a:pPr algn="l"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9052560" cy="4031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CBE2EE"/>
                </a:solidFill>
                <a:latin typeface="Aptos"/>
              </a:defRPr>
            </a:pPr>
            <a:r>
              <a:rPr dirty="0"/>
              <a:t>Python Mini Project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9990"/>
            <a:ext cx="7772400" cy="130343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Submitted by: Arjun </a:t>
            </a:r>
            <a:r>
              <a:rPr dirty="0" err="1"/>
              <a:t>Rameshbhai</a:t>
            </a:r>
            <a:r>
              <a:rPr dirty="0"/>
              <a:t> Sagar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Enrollment No.: 12402080601006  |  Batch</a:t>
            </a:r>
            <a:r>
              <a:rPr lang="en-US" dirty="0"/>
              <a:t>.:</a:t>
            </a:r>
            <a:r>
              <a:rPr dirty="0"/>
              <a:t> 1A8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Faculty Guide: M</a:t>
            </a:r>
            <a:r>
              <a:rPr lang="en-US" dirty="0"/>
              <a:t>r</a:t>
            </a:r>
            <a:r>
              <a:rPr dirty="0"/>
              <a:t>. </a:t>
            </a:r>
            <a:r>
              <a:rPr lang="en-US" dirty="0"/>
              <a:t>Nayankumar Mali</a:t>
            </a:r>
            <a:r>
              <a:rPr dirty="0"/>
              <a:t>, Assistant Professor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Information Technology  |  Academic Year 2026-27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996CAB-2CC4-405A-E1A4-B643A054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7" y="160963"/>
            <a:ext cx="761530" cy="707393"/>
          </a:xfrm>
          <a:prstGeom prst="rect">
            <a:avLst/>
          </a:prstGeom>
        </p:spPr>
      </p:pic>
      <p:pic>
        <p:nvPicPr>
          <p:cNvPr id="13" name="Picture 12" descr="ADIT_ICSSSD-2026">
            <a:extLst>
              <a:ext uri="{FF2B5EF4-FFF2-40B4-BE49-F238E27FC236}">
                <a16:creationId xmlns:a16="http://schemas.microsoft.com/office/drawing/2014/main" id="{EC5D786D-ED5A-CD2A-7EA6-3DD0C16B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144" y="115566"/>
            <a:ext cx="787179" cy="758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36572"/>
                </a:solidFill>
                <a:latin typeface="Aptos"/>
              </a:defRPr>
            </a:pPr>
            <a:r>
              <a:t>Why a small examination management application was proposed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2821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Manual record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6712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Student details, exam schedules and marks may be stored in separate registers or files.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Searching and updating can require repetitive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72821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33895C"/>
                </a:solidFill>
                <a:latin typeface="Aptos"/>
              </a:defRPr>
            </a:pPr>
            <a:r>
              <a:t>Common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6712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Duplicate identifiers, incorrect maximum marks, arithmetic mistakes and inconsistent copies of result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72821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6712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A single interface connects students, exams and results; it validates marks and calculates the result consistently.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83B56"/>
                </a:solidFill>
                <a:latin typeface="Aptos"/>
              </a:defRPr>
            </a:pPr>
            <a:r>
              <a:t>Goal: make routine record management clearer, faster to search and easier to demonstrate.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2. 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Maintain student records using a unique roll number.</a:t>
            </a:r>
          </a:p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Create examination schedules with subject, semester, date and maximum marks.</a:t>
            </a:r>
          </a:p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Record or update marks and calculate percentage, grade and PASS/FAIL.</a:t>
            </a:r>
          </a:p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Search records and export result rows to CSV.</a:t>
            </a:r>
          </a:p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Store data persistently in a local SQLite database.</a:t>
            </a:r>
          </a:p>
          <a:p>
            <a:pPr>
              <a:spcAft>
                <a:spcPts val="1300"/>
              </a:spcAft>
              <a:defRPr sz="1900">
                <a:solidFill>
                  <a:srgbClr val="263744"/>
                </a:solidFill>
                <a:latin typeface="Aptos"/>
              </a:defRPr>
            </a:pPr>
            <a:r>
              <a:t>•  Keep the source code modular so each file can be explained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3. Main Application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520440" cy="169164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82495"/>
            <a:ext cx="31912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21408"/>
            <a:ext cx="3191256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Add, search and delete student records; validate unique roll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520440" cy="169164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682495"/>
            <a:ext cx="31912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33895C"/>
                </a:solidFill>
                <a:latin typeface="Aptos"/>
              </a:defRPr>
            </a:pPr>
            <a:r>
              <a:t>Examination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121408"/>
            <a:ext cx="3191256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Add and delete exams; store code, subject, semester, date and max 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54480"/>
            <a:ext cx="3520440" cy="169164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682495"/>
            <a:ext cx="31912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Marks &amp;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121408"/>
            <a:ext cx="3191256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Save/update marks; calculate grade, percentage and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657600"/>
            <a:ext cx="3520440" cy="169164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9192" y="3785615"/>
            <a:ext cx="31912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33895C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4224528"/>
            <a:ext cx="3191256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Persistent linked tables for students, exams and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3520440" cy="169164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3785615"/>
            <a:ext cx="31912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CSV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224528"/>
            <a:ext cx="3191256" cy="1033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Export filtered result rows to a spreadsheet-compatible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4.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24" y="1353312"/>
            <a:ext cx="820407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5.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36572"/>
                </a:solidFill>
                <a:latin typeface="Aptos"/>
              </a:defRPr>
            </a:pPr>
            <a:r>
              <a:t>SQLite schema keeps related records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tabase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09" y="1417320"/>
            <a:ext cx="8725301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83B56"/>
                </a:solidFill>
                <a:latin typeface="Aptos"/>
              </a:defRPr>
            </a:pPr>
            <a:r>
              <a:t>Unique rule: each student can have one saved result per examination; saving again updates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6. 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31721"/>
            <a:ext cx="7772400" cy="4634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7. Automatic Result 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074920" cy="141732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36776"/>
            <a:ext cx="47457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75688"/>
            <a:ext cx="4745736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Percentage = (Marks Obtained / Maximum Marks) ×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074920" cy="141732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636776"/>
            <a:ext cx="47457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33895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075688"/>
            <a:ext cx="4745736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Marks must be between zero and the examination maximum.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37560"/>
            <a:ext cx="1143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69564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63744"/>
                </a:solidFill>
                <a:latin typeface="Aptos"/>
              </a:defRPr>
            </a:pPr>
            <a:r>
              <a:t>A+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337560"/>
            <a:ext cx="2286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3369564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63744"/>
                </a:solidFill>
                <a:latin typeface="Aptos"/>
              </a:defRPr>
            </a:pPr>
            <a:r>
              <a:t>90% and above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685032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17036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685032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3717036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80% to &lt; 90%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032504"/>
            <a:ext cx="1143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4508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B+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032504"/>
            <a:ext cx="2286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4064508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70% to &lt; 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379976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11980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379976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57400" y="4411980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60% to &lt; 70%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727448"/>
            <a:ext cx="1143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759452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727448"/>
            <a:ext cx="2286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4759452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50% to &lt; 60%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74920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106924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5074920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57400" y="5106924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40% to &lt; 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422392"/>
            <a:ext cx="1143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454396"/>
            <a:ext cx="1051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5422392"/>
            <a:ext cx="2286000" cy="347472"/>
          </a:xfrm>
          <a:prstGeom prst="rect">
            <a:avLst/>
          </a:prstGeom>
          <a:solidFill>
            <a:srgbClr val="EBF4F8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57400" y="5454396"/>
            <a:ext cx="21945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Below 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749039"/>
            <a:ext cx="5303520" cy="12801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83B56"/>
                </a:solidFill>
                <a:latin typeface="Aptos"/>
              </a:defRPr>
            </a:pPr>
            <a:r>
              <a:t>Example: 86 / 100 × 100 = 86%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83B56"/>
                </a:solidFill>
                <a:latin typeface="Aptos"/>
              </a:defRPr>
            </a:pPr>
            <a:r>
              <a:t>Grade: A  |  Status: PASS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83B56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600" b="0">
                <a:solidFill>
                  <a:srgbClr val="183B56"/>
                </a:solidFill>
                <a:latin typeface="Aptos"/>
              </a:defRPr>
            </a:pPr>
            <a:r>
              <a:t>The grade thresholds are demonstration rules, not a claim about official university policy.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8. Interface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36572"/>
                </a:solidFill>
                <a:latin typeface="Aptos"/>
              </a:defRPr>
            </a:pPr>
            <a:r>
              <a:t>Application screenshot: Marks &amp; Results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ual_g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652" y="1444752"/>
            <a:ext cx="75262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9. Code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749808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581912"/>
            <a:ext cx="182880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72768"/>
            <a:ext cx="8046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744"/>
                </a:solidFill>
                <a:latin typeface="Aptos"/>
              </a:defRPr>
            </a:pPr>
            <a:r>
              <a:t>Starts the Tkinter window and launches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749808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33472"/>
            <a:ext cx="182880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gui.py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24328"/>
            <a:ext cx="8046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744"/>
                </a:solidFill>
                <a:latin typeface="Aptos"/>
              </a:defRPr>
            </a:pPr>
            <a:r>
              <a:t>Builds tabs, forms, tables, searches and export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10332720" cy="749808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85032"/>
            <a:ext cx="182880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database.py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75887"/>
            <a:ext cx="8046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744"/>
                </a:solidFill>
                <a:latin typeface="Aptos"/>
              </a:defRPr>
            </a:pPr>
            <a:r>
              <a:t>Creates tables and runs CRUD / result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17720"/>
            <a:ext cx="10332720" cy="749808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736592"/>
            <a:ext cx="182880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grade_utils.py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727448"/>
            <a:ext cx="8046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744"/>
                </a:solidFill>
                <a:latin typeface="Aptos"/>
              </a:defRPr>
            </a:pPr>
            <a:r>
              <a:t>Calculates percentage, grade and pass/fail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t>10. Functional Tests and Sample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" cy="457200"/>
          </a:xfrm>
          <a:prstGeom prst="rect">
            <a:avLst/>
          </a:prstGeom>
          <a:solidFill>
            <a:srgbClr val="183B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1005839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417320"/>
            <a:ext cx="3383280" cy="457200"/>
          </a:xfrm>
          <a:prstGeom prst="rect">
            <a:avLst/>
          </a:prstGeom>
          <a:solidFill>
            <a:srgbClr val="183B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1490472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Input /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1417320"/>
            <a:ext cx="3566160" cy="457200"/>
          </a:xfrm>
          <a:prstGeom prst="rect">
            <a:avLst/>
          </a:prstGeom>
          <a:solidFill>
            <a:srgbClr val="183B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490472"/>
            <a:ext cx="34747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1417320"/>
            <a:ext cx="2834640" cy="457200"/>
          </a:xfrm>
          <a:prstGeom prst="rect">
            <a:avLst/>
          </a:prstGeom>
          <a:solidFill>
            <a:srgbClr val="183B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490472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74519"/>
            <a:ext cx="1097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47672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874519"/>
            <a:ext cx="3383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1947672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Add student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874519"/>
            <a:ext cx="356616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947672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Student appears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874519"/>
            <a:ext cx="283464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1947672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04872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478024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2404872"/>
            <a:ext cx="3383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2478024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Duplicate roll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404872"/>
            <a:ext cx="3566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2478024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Rejected by key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404872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2478024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935224"/>
            <a:ext cx="1097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008376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2935224"/>
            <a:ext cx="3383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3008376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Marks &gt; maximum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2935224"/>
            <a:ext cx="356616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0" y="3008376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935224"/>
            <a:ext cx="283464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0" y="3008376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465575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538727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3465575"/>
            <a:ext cx="3383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37360" y="3538727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Save result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465575"/>
            <a:ext cx="3566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20640" y="3538727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Grade calculated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3465575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0" y="3538727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995927"/>
            <a:ext cx="1097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069079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3995927"/>
            <a:ext cx="338328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37360" y="4069079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Save same 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3995927"/>
            <a:ext cx="356616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20640" y="4069079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Updated, not duplicated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3995927"/>
            <a:ext cx="2834640" cy="530352"/>
          </a:xfrm>
          <a:prstGeom prst="rect">
            <a:avLst/>
          </a:prstGeom>
          <a:solidFill>
            <a:srgbClr val="EBF4F8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0" y="4069079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4526279"/>
            <a:ext cx="1097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4599431"/>
            <a:ext cx="1005839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T6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91640" y="4526279"/>
            <a:ext cx="3383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737360" y="4599431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Export CSV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4526279"/>
            <a:ext cx="3566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20640" y="4599431"/>
            <a:ext cx="3474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File saved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41080" y="4526279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0" y="4599431"/>
            <a:ext cx="2743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744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440680"/>
            <a:ext cx="10515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536572"/>
                </a:solidFill>
                <a:latin typeface="Aptos"/>
              </a:defRPr>
            </a:pPr>
            <a:r>
              <a:t>Test database checks covered record creation, result updating, mark validation and sample-data loading. Capture real application screenshots on the target PC before submitting.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rPr dirty="0"/>
              <a:t>11. Validation, 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07008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3677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7568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Unique roll number and exam code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Required fields checked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Valid date format and max marks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Marks limited to [0, maximum]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63677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33895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07568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Single-user local app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No login or role permissions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No online exam / question paper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Demo grade rules need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474720" cy="3566160"/>
          </a:xfrm>
          <a:prstGeom prst="roundRect">
            <a:avLst/>
          </a:prstGeom>
          <a:solidFill>
            <a:srgbClr val="EBF4F8"/>
          </a:solidFill>
          <a:ln>
            <a:solidFill>
              <a:srgbClr val="BE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636776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F77A8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075688"/>
            <a:ext cx="3145536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User accounts and permissions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Timetable clash detection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Hall / seating allocation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63744"/>
                </a:solidFill>
                <a:latin typeface="Aptos"/>
              </a:defRPr>
            </a:pPr>
            <a:r>
              <a:t>• Printable marksheets and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419088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2560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Examination Management System demonstrated a practical use of Python GUI programming and relational data storage. It maintained student and exam records, validated marks, calculated result values, supported searching, and exported results to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9672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36572"/>
                </a:solidFill>
                <a:latin typeface="Aptos"/>
              </a:defRPr>
            </a:pPr>
            <a:r>
              <a:t>EXAMINATION MANAGEMENT SYSTEM  |  ADIT / CVM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5486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3657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" y="6522363"/>
            <a:ext cx="11539728" cy="13716"/>
          </a:xfrm>
          <a:prstGeom prst="rect">
            <a:avLst/>
          </a:prstGeom>
          <a:solidFill>
            <a:srgbClr val="CD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8FA2D0-CA58-EFDA-FABE-A646379ED632}"/>
              </a:ext>
            </a:extLst>
          </p:cNvPr>
          <p:cNvSpPr txBox="1"/>
          <p:nvPr/>
        </p:nvSpPr>
        <p:spPr>
          <a:xfrm>
            <a:off x="2951923" y="2535463"/>
            <a:ext cx="60946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183B56"/>
                </a:solidFill>
                <a:latin typeface="Aptos"/>
              </a:defRPr>
            </a:pPr>
            <a:r>
              <a:rPr lang="en-IN" sz="6000" dirty="0"/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9D4EC-BA28-A750-91CB-D0C5880820E6}"/>
              </a:ext>
            </a:extLst>
          </p:cNvPr>
          <p:cNvSpPr/>
          <p:nvPr/>
        </p:nvSpPr>
        <p:spPr>
          <a:xfrm>
            <a:off x="601914" y="6128866"/>
            <a:ext cx="11109960" cy="32004"/>
          </a:xfrm>
          <a:prstGeom prst="rect">
            <a:avLst/>
          </a:prstGeom>
          <a:solidFill>
            <a:srgbClr val="1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7677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831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Examination Management System - Python Mini Project Presentation</dc:title>
  <dc:subject>Python, Tkinter and SQLite</dc:subject>
  <dc:creator>Arjun Rameshbhai Sagar</dc:creator>
  <cp:keywords/>
  <dc:description>generated using python-pptx</dc:description>
  <cp:lastModifiedBy>Arjun Sagar</cp:lastModifiedBy>
  <cp:revision>1</cp:revision>
  <dcterms:created xsi:type="dcterms:W3CDTF">2013-01-27T09:14:16Z</dcterms:created>
  <dcterms:modified xsi:type="dcterms:W3CDTF">2026-10-26T12:07:15Z</dcterms:modified>
  <cp:category/>
</cp:coreProperties>
</file>